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7" r:id="rId2"/>
  </p:sldIdLst>
  <p:sldSz cx="6480175" cy="6480175"/>
  <p:notesSz cx="6858000" cy="9144000"/>
  <p:defaultTextStyle>
    <a:defPPr>
      <a:defRPr lang="en-US"/>
    </a:defPPr>
    <a:lvl1pPr marL="0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1pPr>
    <a:lvl2pPr marL="423550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2pPr>
    <a:lvl3pPr marL="847100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3pPr>
    <a:lvl4pPr marL="1270650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4pPr>
    <a:lvl5pPr marL="1694200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5pPr>
    <a:lvl6pPr marL="2117750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6pPr>
    <a:lvl7pPr marL="2541300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7pPr>
    <a:lvl8pPr marL="2964851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8pPr>
    <a:lvl9pPr marL="3388401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3"/>
    <p:restoredTop sz="94803"/>
  </p:normalViewPr>
  <p:slideViewPr>
    <p:cSldViewPr snapToGrid="0" snapToObjects="1">
      <p:cViewPr>
        <p:scale>
          <a:sx n="89" d="100"/>
          <a:sy n="89" d="100"/>
        </p:scale>
        <p:origin x="20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1060529"/>
            <a:ext cx="5508149" cy="2256061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3403592"/>
            <a:ext cx="4860131" cy="1564542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59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53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1615546"/>
            <a:ext cx="5589151" cy="2695572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4336619"/>
            <a:ext cx="5589151" cy="1417538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/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3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725046"/>
            <a:ext cx="2754074" cy="41116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725046"/>
            <a:ext cx="2754074" cy="41116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45011"/>
            <a:ext cx="5589151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1588543"/>
            <a:ext cx="2741417" cy="778521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2367064"/>
            <a:ext cx="2741417" cy="34815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1588543"/>
            <a:ext cx="2754918" cy="778521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2367064"/>
            <a:ext cx="2754918" cy="34815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08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3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99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32012"/>
            <a:ext cx="2090025" cy="1512041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933027"/>
            <a:ext cx="3280589" cy="4605124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944052"/>
            <a:ext cx="2090025" cy="3601598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91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32012"/>
            <a:ext cx="2090025" cy="1512041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933027"/>
            <a:ext cx="3280589" cy="4605124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944052"/>
            <a:ext cx="2090025" cy="3601598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36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38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345009"/>
            <a:ext cx="1397288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345009"/>
            <a:ext cx="4110861" cy="549164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50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345011"/>
            <a:ext cx="558915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725046"/>
            <a:ext cx="558915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6006164"/>
            <a:ext cx="145803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6006164"/>
            <a:ext cx="218705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6006164"/>
            <a:ext cx="145803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2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35B9D6-4844-8E4B-A077-E75CD5AA0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4A2634-4E01-9146-97BE-6321FFAF0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5344"/>
            <a:ext cx="6477000" cy="3657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25117AD-466F-444B-A752-5E9FA80F0392}"/>
              </a:ext>
            </a:extLst>
          </p:cNvPr>
          <p:cNvSpPr txBox="1"/>
          <p:nvPr/>
        </p:nvSpPr>
        <p:spPr>
          <a:xfrm>
            <a:off x="5940789" y="-11057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D54EA7-2025-C643-8B2A-CB811897852F}"/>
              </a:ext>
            </a:extLst>
          </p:cNvPr>
          <p:cNvSpPr txBox="1"/>
          <p:nvPr/>
        </p:nvSpPr>
        <p:spPr>
          <a:xfrm>
            <a:off x="5955215" y="2641426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563687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 Lim</dc:creator>
  <cp:lastModifiedBy>Em Lim</cp:lastModifiedBy>
  <cp:revision>8</cp:revision>
  <cp:lastPrinted>2023-07-28T19:32:02Z</cp:lastPrinted>
  <dcterms:created xsi:type="dcterms:W3CDTF">2023-04-01T05:09:48Z</dcterms:created>
  <dcterms:modified xsi:type="dcterms:W3CDTF">2023-07-28T19:49:35Z</dcterms:modified>
</cp:coreProperties>
</file>