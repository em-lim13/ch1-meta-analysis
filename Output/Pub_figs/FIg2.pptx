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6" r:id="rId2"/>
  </p:sldIdLst>
  <p:sldSz cx="6858000" cy="7907338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43"/>
    <p:restoredTop sz="94715"/>
  </p:normalViewPr>
  <p:slideViewPr>
    <p:cSldViewPr snapToGrid="0" snapToObjects="1">
      <p:cViewPr>
        <p:scale>
          <a:sx n="104" d="100"/>
          <a:sy n="104" d="100"/>
        </p:scale>
        <p:origin x="1488" y="-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294095"/>
            <a:ext cx="5829300" cy="275292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153183"/>
            <a:ext cx="5143500" cy="190910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926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75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971346"/>
            <a:ext cx="5915025" cy="32892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5291695"/>
            <a:ext cx="5915025" cy="172973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993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104963"/>
            <a:ext cx="2914650" cy="501713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104963"/>
            <a:ext cx="2914650" cy="501713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941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20994"/>
            <a:ext cx="5915025" cy="15283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938397"/>
            <a:ext cx="2901255" cy="949978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888375"/>
            <a:ext cx="2901255" cy="424836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938397"/>
            <a:ext cx="2915543" cy="949978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888375"/>
            <a:ext cx="2915543" cy="424836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737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802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298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156"/>
            <a:ext cx="2211884" cy="18450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138512"/>
            <a:ext cx="3471863" cy="56193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372201"/>
            <a:ext cx="2211884" cy="439479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615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156"/>
            <a:ext cx="2211884" cy="18450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138512"/>
            <a:ext cx="3471863" cy="561933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372201"/>
            <a:ext cx="2211884" cy="439479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086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260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20993"/>
            <a:ext cx="1478756" cy="670110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20993"/>
            <a:ext cx="4350544" cy="670110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97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20994"/>
            <a:ext cx="5915025" cy="15283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104963"/>
            <a:ext cx="5915025" cy="50171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7328932"/>
            <a:ext cx="1543050" cy="420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58144-06BA-FC41-A5E7-C2DF4DBA87D5}" type="datetimeFigureOut">
              <a:rPr lang="en-US" smtClean="0"/>
              <a:t>3/31/23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7328932"/>
            <a:ext cx="2314575" cy="420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7328932"/>
            <a:ext cx="1543050" cy="420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2D924E-4DF7-134F-8DEF-9D74666468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168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294918C-77FD-944D-B26B-1D2F3AD86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94872"/>
            <a:ext cx="6858000" cy="38576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4D09AB-75BB-A74A-9196-37D8ACA28B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3159" b="15001"/>
          <a:stretch/>
        </p:blipFill>
        <p:spPr>
          <a:xfrm>
            <a:off x="0" y="20105"/>
            <a:ext cx="6858000" cy="3962400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3718F0DD-C193-2946-BB9E-FF3BBC2BD144}"/>
              </a:ext>
            </a:extLst>
          </p:cNvPr>
          <p:cNvSpPr/>
          <p:nvPr/>
        </p:nvSpPr>
        <p:spPr>
          <a:xfrm>
            <a:off x="537689" y="2853197"/>
            <a:ext cx="69850" cy="76199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5AE6F3B-75AF-2642-85FE-F0135E23640F}"/>
              </a:ext>
            </a:extLst>
          </p:cNvPr>
          <p:cNvSpPr/>
          <p:nvPr/>
        </p:nvSpPr>
        <p:spPr>
          <a:xfrm>
            <a:off x="1716839" y="2183789"/>
            <a:ext cx="69850" cy="76199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609EA2F-584F-5643-AFE6-EBFE0C3C1A03}"/>
              </a:ext>
            </a:extLst>
          </p:cNvPr>
          <p:cNvSpPr/>
          <p:nvPr/>
        </p:nvSpPr>
        <p:spPr>
          <a:xfrm>
            <a:off x="1952625" y="2055454"/>
            <a:ext cx="69850" cy="76199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983BEFA-899D-E641-8121-DB9818D11A5C}"/>
              </a:ext>
            </a:extLst>
          </p:cNvPr>
          <p:cNvSpPr/>
          <p:nvPr/>
        </p:nvSpPr>
        <p:spPr>
          <a:xfrm>
            <a:off x="1992396" y="2065480"/>
            <a:ext cx="69850" cy="76199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9295AEA-959D-3149-8287-92847A165954}"/>
              </a:ext>
            </a:extLst>
          </p:cNvPr>
          <p:cNvSpPr/>
          <p:nvPr/>
        </p:nvSpPr>
        <p:spPr>
          <a:xfrm>
            <a:off x="6187198" y="2802191"/>
            <a:ext cx="69850" cy="76199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7735202-EFAC-F445-9FFC-54D817959DA9}"/>
              </a:ext>
            </a:extLst>
          </p:cNvPr>
          <p:cNvSpPr/>
          <p:nvPr/>
        </p:nvSpPr>
        <p:spPr>
          <a:xfrm>
            <a:off x="6187198" y="2878390"/>
            <a:ext cx="69850" cy="76199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3804A71-3E72-234F-8967-FE7E48019F4F}"/>
              </a:ext>
            </a:extLst>
          </p:cNvPr>
          <p:cNvSpPr/>
          <p:nvPr/>
        </p:nvSpPr>
        <p:spPr>
          <a:xfrm>
            <a:off x="6319116" y="2954589"/>
            <a:ext cx="69850" cy="76199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91F46D1-2EC2-3847-BEF2-B6D30237279C}"/>
              </a:ext>
            </a:extLst>
          </p:cNvPr>
          <p:cNvSpPr/>
          <p:nvPr/>
        </p:nvSpPr>
        <p:spPr>
          <a:xfrm>
            <a:off x="2171159" y="2150010"/>
            <a:ext cx="69850" cy="76199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5C2B4E1-81E0-F244-B9CF-CE2CDC556AA3}"/>
              </a:ext>
            </a:extLst>
          </p:cNvPr>
          <p:cNvSpPr/>
          <p:nvPr/>
        </p:nvSpPr>
        <p:spPr>
          <a:xfrm>
            <a:off x="1999035" y="3341981"/>
            <a:ext cx="69850" cy="7619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26E010C-4ADE-9D4B-A978-8FB6E890D402}"/>
              </a:ext>
            </a:extLst>
          </p:cNvPr>
          <p:cNvSpPr/>
          <p:nvPr/>
        </p:nvSpPr>
        <p:spPr>
          <a:xfrm>
            <a:off x="1753077" y="1901358"/>
            <a:ext cx="69850" cy="76199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C226587-C43B-FD47-9F3F-03C4E28F0D92}"/>
              </a:ext>
            </a:extLst>
          </p:cNvPr>
          <p:cNvSpPr/>
          <p:nvPr/>
        </p:nvSpPr>
        <p:spPr>
          <a:xfrm>
            <a:off x="1936969" y="1960726"/>
            <a:ext cx="69850" cy="76199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7AFAEF0-2516-5544-A657-ACD0CDA5DC2F}"/>
              </a:ext>
            </a:extLst>
          </p:cNvPr>
          <p:cNvSpPr/>
          <p:nvPr/>
        </p:nvSpPr>
        <p:spPr>
          <a:xfrm>
            <a:off x="1795186" y="2012241"/>
            <a:ext cx="69850" cy="76199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8470AA8-EA5C-F74B-B595-8A3FD6BF7F0A}"/>
              </a:ext>
            </a:extLst>
          </p:cNvPr>
          <p:cNvSpPr/>
          <p:nvPr/>
        </p:nvSpPr>
        <p:spPr>
          <a:xfrm>
            <a:off x="1853018" y="2003115"/>
            <a:ext cx="69850" cy="76199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FAB79DC-2974-C54C-B6B4-36D7AAB47E41}"/>
              </a:ext>
            </a:extLst>
          </p:cNvPr>
          <p:cNvSpPr/>
          <p:nvPr/>
        </p:nvSpPr>
        <p:spPr>
          <a:xfrm>
            <a:off x="1853343" y="1866340"/>
            <a:ext cx="69850" cy="76199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882FCC9-E6A2-984A-96A3-CD89EB5E07CD}"/>
              </a:ext>
            </a:extLst>
          </p:cNvPr>
          <p:cNvSpPr/>
          <p:nvPr/>
        </p:nvSpPr>
        <p:spPr>
          <a:xfrm>
            <a:off x="1940350" y="1792294"/>
            <a:ext cx="69850" cy="76199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F31A02E-A46E-464F-8570-0D2613B81A7C}"/>
              </a:ext>
            </a:extLst>
          </p:cNvPr>
          <p:cNvSpPr/>
          <p:nvPr/>
        </p:nvSpPr>
        <p:spPr>
          <a:xfrm>
            <a:off x="1182709" y="1899482"/>
            <a:ext cx="69850" cy="76199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6FF5096-FCC8-B94F-964A-640C2FA8598F}"/>
              </a:ext>
            </a:extLst>
          </p:cNvPr>
          <p:cNvSpPr/>
          <p:nvPr/>
        </p:nvSpPr>
        <p:spPr>
          <a:xfrm>
            <a:off x="4073366" y="1917435"/>
            <a:ext cx="69850" cy="76199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63E226E-711B-C64E-B808-2672CB160D99}"/>
              </a:ext>
            </a:extLst>
          </p:cNvPr>
          <p:cNvSpPr/>
          <p:nvPr/>
        </p:nvSpPr>
        <p:spPr>
          <a:xfrm>
            <a:off x="6344657" y="3145626"/>
            <a:ext cx="69850" cy="76199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BC0D422-6E30-914E-9B2E-1484B95F5B30}"/>
              </a:ext>
            </a:extLst>
          </p:cNvPr>
          <p:cNvSpPr/>
          <p:nvPr/>
        </p:nvSpPr>
        <p:spPr>
          <a:xfrm>
            <a:off x="6668017" y="3491723"/>
            <a:ext cx="69850" cy="7619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CD18BB3-2807-1A40-8F29-9A6CA636A238}"/>
              </a:ext>
            </a:extLst>
          </p:cNvPr>
          <p:cNvSpPr/>
          <p:nvPr/>
        </p:nvSpPr>
        <p:spPr>
          <a:xfrm>
            <a:off x="1028400" y="1556442"/>
            <a:ext cx="69850" cy="7619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C401561-8537-DF4B-A807-0FFE73D3A369}"/>
              </a:ext>
            </a:extLst>
          </p:cNvPr>
          <p:cNvSpPr/>
          <p:nvPr/>
        </p:nvSpPr>
        <p:spPr>
          <a:xfrm>
            <a:off x="1029217" y="1684278"/>
            <a:ext cx="69850" cy="7619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15FBDFC-A6C4-C34E-AA41-87B91C50BACE}"/>
              </a:ext>
            </a:extLst>
          </p:cNvPr>
          <p:cNvSpPr/>
          <p:nvPr/>
        </p:nvSpPr>
        <p:spPr>
          <a:xfrm>
            <a:off x="2196499" y="1478658"/>
            <a:ext cx="69850" cy="7619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713E4A0-6BE2-5347-A7AB-2A6F8C467DC8}"/>
              </a:ext>
            </a:extLst>
          </p:cNvPr>
          <p:cNvSpPr/>
          <p:nvPr/>
        </p:nvSpPr>
        <p:spPr>
          <a:xfrm>
            <a:off x="1025742" y="1422505"/>
            <a:ext cx="69850" cy="7619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140E5E6-23BD-B042-A960-12D2F2800EDA}"/>
              </a:ext>
            </a:extLst>
          </p:cNvPr>
          <p:cNvSpPr/>
          <p:nvPr/>
        </p:nvSpPr>
        <p:spPr>
          <a:xfrm>
            <a:off x="3599054" y="1199202"/>
            <a:ext cx="69850" cy="7619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BF01C63-5E90-4841-84A0-DC3B5B229673}"/>
              </a:ext>
            </a:extLst>
          </p:cNvPr>
          <p:cNvSpPr/>
          <p:nvPr/>
        </p:nvSpPr>
        <p:spPr>
          <a:xfrm>
            <a:off x="3564129" y="1263007"/>
            <a:ext cx="69850" cy="7619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E5F4321-71D3-474E-8003-915074DDCE8E}"/>
              </a:ext>
            </a:extLst>
          </p:cNvPr>
          <p:cNvSpPr/>
          <p:nvPr/>
        </p:nvSpPr>
        <p:spPr>
          <a:xfrm>
            <a:off x="3281736" y="1445896"/>
            <a:ext cx="69850" cy="7619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215CB7C1-B293-7E41-BFBB-4167449BC67C}"/>
              </a:ext>
            </a:extLst>
          </p:cNvPr>
          <p:cNvSpPr/>
          <p:nvPr/>
        </p:nvSpPr>
        <p:spPr>
          <a:xfrm>
            <a:off x="3365440" y="1473097"/>
            <a:ext cx="69850" cy="7619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E916DAD-0B82-F947-8E4B-90557900E9AF}"/>
              </a:ext>
            </a:extLst>
          </p:cNvPr>
          <p:cNvSpPr/>
          <p:nvPr/>
        </p:nvSpPr>
        <p:spPr>
          <a:xfrm>
            <a:off x="3481507" y="1467181"/>
            <a:ext cx="69850" cy="7619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EC4C1AB-77CF-6D4C-B377-015D3077CCED}"/>
              </a:ext>
            </a:extLst>
          </p:cNvPr>
          <p:cNvSpPr/>
          <p:nvPr/>
        </p:nvSpPr>
        <p:spPr>
          <a:xfrm>
            <a:off x="1796537" y="330765"/>
            <a:ext cx="69850" cy="76199"/>
          </a:xfrm>
          <a:prstGeom prst="ellipse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ABEE19-82BB-9146-AD09-A011A13B50D9}"/>
              </a:ext>
            </a:extLst>
          </p:cNvPr>
          <p:cNvSpPr txBox="1"/>
          <p:nvPr/>
        </p:nvSpPr>
        <p:spPr>
          <a:xfrm>
            <a:off x="25739" y="3763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194326-93AF-534D-9DA0-3D3FA6A522DD}"/>
              </a:ext>
            </a:extLst>
          </p:cNvPr>
          <p:cNvSpPr txBox="1"/>
          <p:nvPr/>
        </p:nvSpPr>
        <p:spPr>
          <a:xfrm>
            <a:off x="31062" y="3962067"/>
            <a:ext cx="407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409556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</TotalTime>
  <Words>2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Em Lim</dc:creator>
  <cp:lastModifiedBy>Em Lim</cp:lastModifiedBy>
  <cp:revision>3</cp:revision>
  <cp:lastPrinted>2023-04-01T05:28:31Z</cp:lastPrinted>
  <dcterms:created xsi:type="dcterms:W3CDTF">2023-04-01T05:09:48Z</dcterms:created>
  <dcterms:modified xsi:type="dcterms:W3CDTF">2023-04-01T05:42:33Z</dcterms:modified>
</cp:coreProperties>
</file>