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7" r:id="rId2"/>
  </p:sldIdLst>
  <p:sldSz cx="6480175" cy="6480175"/>
  <p:notesSz cx="6858000" cy="9144000"/>
  <p:defaultTextStyle>
    <a:defPPr>
      <a:defRPr lang="en-US"/>
    </a:defPPr>
    <a:lvl1pPr marL="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1pPr>
    <a:lvl2pPr marL="4235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2pPr>
    <a:lvl3pPr marL="8471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3pPr>
    <a:lvl4pPr marL="12706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4pPr>
    <a:lvl5pPr marL="16942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5pPr>
    <a:lvl6pPr marL="211775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6pPr>
    <a:lvl7pPr marL="2541300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7pPr>
    <a:lvl8pPr marL="2964851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8pPr>
    <a:lvl9pPr marL="3388401" algn="l" defTabSz="847100" rtl="0" eaLnBrk="1" latinLnBrk="0" hangingPunct="1">
      <a:defRPr sz="16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3"/>
    <p:restoredTop sz="94803"/>
  </p:normalViewPr>
  <p:slideViewPr>
    <p:cSldViewPr snapToGrid="0" snapToObjects="1">
      <p:cViewPr varScale="1">
        <p:scale>
          <a:sx n="91" d="100"/>
          <a:sy n="91" d="100"/>
        </p:scale>
        <p:origin x="2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060529"/>
            <a:ext cx="5508149" cy="2256061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403592"/>
            <a:ext cx="4860131" cy="1564542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5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5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615546"/>
            <a:ext cx="5589151" cy="2695572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336619"/>
            <a:ext cx="5589151" cy="141753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725046"/>
            <a:ext cx="2754074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725046"/>
            <a:ext cx="2754074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45011"/>
            <a:ext cx="558915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588543"/>
            <a:ext cx="2741417" cy="77852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367064"/>
            <a:ext cx="2741417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588543"/>
            <a:ext cx="2754918" cy="77852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367064"/>
            <a:ext cx="2754918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0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3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9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2012"/>
            <a:ext cx="2090025" cy="1512041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933027"/>
            <a:ext cx="3280589" cy="4605124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4052"/>
            <a:ext cx="2090025" cy="360159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2012"/>
            <a:ext cx="2090025" cy="1512041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933027"/>
            <a:ext cx="3280589" cy="4605124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4052"/>
            <a:ext cx="2090025" cy="360159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3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3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45009"/>
            <a:ext cx="1397288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45009"/>
            <a:ext cx="4110861" cy="549164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5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45011"/>
            <a:ext cx="558915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725046"/>
            <a:ext cx="558915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6006164"/>
            <a:ext cx="145803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58144-06BA-FC41-A5E7-C2DF4DBA87D5}" type="datetimeFigureOut">
              <a:rPr lang="en-US" smtClean="0"/>
              <a:t>7/28/23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6006164"/>
            <a:ext cx="145803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D924E-4DF7-134F-8DEF-9D7466646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2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9137E3-9FDC-A142-8249-3A62A8A9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6477000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0381E-F7FA-4847-BD84-2416486C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2743200"/>
            <a:ext cx="6477000" cy="3657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5117AD-466F-444B-A752-5E9FA80F0392}"/>
              </a:ext>
            </a:extLst>
          </p:cNvPr>
          <p:cNvSpPr txBox="1"/>
          <p:nvPr/>
        </p:nvSpPr>
        <p:spPr>
          <a:xfrm>
            <a:off x="5940789" y="-1105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54EA7-2025-C643-8B2A-CB811897852F}"/>
              </a:ext>
            </a:extLst>
          </p:cNvPr>
          <p:cNvSpPr txBox="1"/>
          <p:nvPr/>
        </p:nvSpPr>
        <p:spPr>
          <a:xfrm>
            <a:off x="5955215" y="2641426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6368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 Lim</dc:creator>
  <cp:lastModifiedBy>Em Lim</cp:lastModifiedBy>
  <cp:revision>10</cp:revision>
  <cp:lastPrinted>2023-07-28T19:32:02Z</cp:lastPrinted>
  <dcterms:created xsi:type="dcterms:W3CDTF">2023-04-01T05:09:48Z</dcterms:created>
  <dcterms:modified xsi:type="dcterms:W3CDTF">2023-07-28T20:33:52Z</dcterms:modified>
</cp:coreProperties>
</file>